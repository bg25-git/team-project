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Research Question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Group B167 – Poverty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Dataset ID: DS305 (est13us)</a:t>
            </a:r>
          </a:p>
          <a:p>
            <a:r>
              <a:t>• 53 observations, 30 variables</a:t>
            </a:r>
          </a:p>
          <a:p>
            <a:r>
              <a:t>• Columns selected: State, Poverty Percent</a:t>
            </a:r>
          </a:p>
          <a:p>
            <a:r>
              <a:t>• Focus on poverty levels across U.S. states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Variables Chosen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Independent Variable:</a:t>
            </a:r>
          </a:p>
          <a:p>
            <a:r>
              <a:t>• Poverty Percent (All Ages)</a:t>
            </a:r>
          </a:p>
          <a:p>
            <a:r>
              <a:t>• Type: Ratio / Measurement data</a:t>
            </a:r>
          </a:p>
          <a:p/>
          <a:p>
            <a:r>
              <a:t>Dependent Variable:</a:t>
            </a:r>
          </a:p>
          <a:p>
            <a:r>
              <a:t>• Poverty Percent (Age 0–4)</a:t>
            </a:r>
          </a:p>
          <a:p>
            <a:r>
              <a:t>• Type: Ratio / Measurement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Question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 there a correlation between:</a:t>
            </a:r>
          </a:p>
          <a:p>
            <a:r>
              <a:t>• Poverty Percent (Age 0–4)</a:t>
            </a:r>
          </a:p>
          <a:p>
            <a:r>
              <a:t>• Poverty Percent (All Ages)?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Hypotheses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Null Hypothesis (H₀):</a:t>
            </a:r>
          </a:p>
          <a:p>
            <a:r>
              <a:t>There is no correlation between Poverty Percent (Age 0–4) and Poverty Percent (All Ages).</a:t>
            </a:r>
          </a:p>
          <a:p/>
          <a:p>
            <a:r>
              <a:t>Alternative Hypothesis (H₁):</a:t>
            </a:r>
          </a:p>
          <a:p>
            <a:r>
              <a:t>There is a correlation between Poverty Percent (Age 0–4) and Poverty Percent (All Ages).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Dataset?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Allows comparison of poverty levels across U.S. states</a:t>
            </a:r>
          </a:p>
          <a:p>
            <a:r>
              <a:t>• Helps examine if general poverty impacts child poverty</a:t>
            </a:r>
          </a:p>
          <a:p>
            <a:r>
              <a:t>• Clear measurable variables for correlation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